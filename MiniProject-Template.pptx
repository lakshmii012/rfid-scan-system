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6" r:id="rId7"/>
    <p:sldId id="265" r:id="rId8"/>
    <p:sldId id="262" r:id="rId9"/>
    <p:sldId id="263" r:id="rId10"/>
  </p:sldIdLst>
  <p:sldSz cx="12192000" cy="6858000"/>
  <p:notesSz cx="6797675" cy="987425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6/jWZmKxSEGaVFJD1maWTNtXO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36562" y="1233487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 txBox="1"/>
          <p:nvPr/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9c5b361d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9c5b361d1_0_195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59c5b361d1_0_195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9c5b361d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9c5b361d1_0_214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59c5b361d1_0_214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9c5b361d1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9c5b361d1_1_11:notes"/>
          <p:cNvSpPr txBox="1">
            <a:spLocks noGrp="1"/>
          </p:cNvSpPr>
          <p:nvPr>
            <p:ph type="body" idx="1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259c5b361d1_1_11:notes"/>
          <p:cNvSpPr txBox="1">
            <a:spLocks noGrp="1"/>
          </p:cNvSpPr>
          <p:nvPr>
            <p:ph type="sldNum" idx="12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6563" y="1233488"/>
            <a:ext cx="5924550" cy="3333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0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7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ftr" idx="11"/>
          </p:nvPr>
        </p:nvSpPr>
        <p:spPr>
          <a:xfrm rot="5400000">
            <a:off x="8960649" y="3226587"/>
            <a:ext cx="385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A479-4B11-524E-1C99-BC6FBB35E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D9375-5E22-0711-6574-079E5044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54E227-DE99-E144-CDAB-2D91754D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4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0" y="-1587"/>
            <a:ext cx="12192011" cy="6865654"/>
            <a:chOff x="0" y="-2373"/>
            <a:chExt cx="12192011" cy="6867027"/>
          </a:xfrm>
        </p:grpSpPr>
        <p:sp>
          <p:nvSpPr>
            <p:cNvPr id="11" name="Google Shape;11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1"/>
            <p:cNvSpPr/>
            <p:nvPr/>
          </p:nvSpPr>
          <p:spPr>
            <a:xfrm>
              <a:off x="0" y="804"/>
              <a:ext cx="12192011" cy="6857492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25400" dir="5400000">
              <a:srgbClr val="000000">
                <a:alpha val="4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 txBox="1">
            <a:spLocks noGrp="1"/>
          </p:cNvSpPr>
          <p:nvPr>
            <p:ph type="title"/>
          </p:nvPr>
        </p:nvSpPr>
        <p:spPr>
          <a:xfrm>
            <a:off x="1155700" y="973137"/>
            <a:ext cx="8761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dt" idx="10"/>
          </p:nvPr>
        </p:nvSpPr>
        <p:spPr>
          <a:xfrm rot="5400000">
            <a:off x="10090150" y="1792287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ftr" idx="11"/>
          </p:nvPr>
        </p:nvSpPr>
        <p:spPr>
          <a:xfrm rot="5400000">
            <a:off x="8960649" y="3226587"/>
            <a:ext cx="385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10350500" y="292100"/>
            <a:ext cx="838200" cy="7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sz="2800" b="0" i="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368300" y="1227242"/>
            <a:ext cx="111951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600"/>
              <a:buFont typeface="Century Gothic"/>
              <a:buNone/>
            </a:pPr>
            <a:r>
              <a:rPr lang="en-US" sz="3600" dirty="0">
                <a:solidFill>
                  <a:srgbClr val="FFFF00"/>
                </a:solidFill>
              </a:rPr>
              <a:t>RFID SCAN SYSTEM</a:t>
            </a:r>
            <a:endParaRPr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6244062" y="3429012"/>
            <a:ext cx="54657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 : 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dirty="0"/>
              <a:t>Kushal M S (E 49)</a:t>
            </a: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dirty="0" err="1"/>
              <a:t>Labish</a:t>
            </a:r>
            <a:r>
              <a:rPr lang="en-US" sz="2400" dirty="0"/>
              <a:t> </a:t>
            </a:r>
            <a:r>
              <a:rPr lang="en-US" sz="2400" dirty="0" err="1"/>
              <a:t>Jaishi</a:t>
            </a:r>
            <a:r>
              <a:rPr lang="en-US" sz="2400" dirty="0"/>
              <a:t>(E 50)</a:t>
            </a: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dirty="0"/>
              <a:t>Lakshmi I (E 51)</a:t>
            </a: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lang="en-US" sz="2400" b="0" i="0" u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6244062" y="5486400"/>
            <a:ext cx="498357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Faculty Guide: </a:t>
            </a:r>
            <a:r>
              <a:rPr lang="en-US" sz="2000" dirty="0" err="1">
                <a:solidFill>
                  <a:srgbClr val="00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Prof.Ashuthosh</a:t>
            </a:r>
            <a:endParaRPr sz="2000" dirty="0">
              <a:solidFill>
                <a:srgbClr val="00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80D54E86-B18C-16FE-237E-61186FCA6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0" y="2581436"/>
            <a:ext cx="4407761" cy="2904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59c5b361d1_0_195"/>
          <p:cNvSpPr txBox="1">
            <a:spLocks noGrp="1"/>
          </p:cNvSpPr>
          <p:nvPr>
            <p:ph type="title"/>
          </p:nvPr>
        </p:nvSpPr>
        <p:spPr>
          <a:xfrm>
            <a:off x="1354728" y="1180792"/>
            <a:ext cx="8761500" cy="7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5" name="Google Shape;105;g259c5b361d1_0_195"/>
          <p:cNvSpPr txBox="1"/>
          <p:nvPr/>
        </p:nvSpPr>
        <p:spPr>
          <a:xfrm>
            <a:off x="1208678" y="2383500"/>
            <a:ext cx="9560922" cy="301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Radio Frequency Identification (RFID) is a wireless technology used to identify and verify objects or individuals using radio waves.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An RFID Scan System consists of an RFID reader, RFID tags/cards, and a microcontroller to process the scanned data.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When a tag is brought near the reader, the system detects the unique ID (UID) and performs an action such as granting access, activating indicators, or recording attendance.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RFID systems are widely used in automation, security, asset tracking, access control, and contactless identification.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			</a:t>
            </a:r>
            <a:endParaRPr sz="2400" dirty="0">
              <a:solidFill>
                <a:schemeClr val="tx2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C7D8AA5C-4AD3-2961-7029-1E9F978E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51" y="482112"/>
            <a:ext cx="1383755" cy="911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9c5b361d1_0_214"/>
          <p:cNvSpPr txBox="1">
            <a:spLocks noGrp="1"/>
          </p:cNvSpPr>
          <p:nvPr>
            <p:ph type="title"/>
          </p:nvPr>
        </p:nvSpPr>
        <p:spPr>
          <a:xfrm>
            <a:off x="1517512" y="1012749"/>
            <a:ext cx="8761500" cy="7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Literature Survey</a:t>
            </a:r>
            <a:endParaRPr dirty="0"/>
          </a:p>
        </p:txBody>
      </p:sp>
      <p:sp>
        <p:nvSpPr>
          <p:cNvPr id="114" name="Google Shape;114;g259c5b361d1_0_214"/>
          <p:cNvSpPr txBox="1"/>
          <p:nvPr/>
        </p:nvSpPr>
        <p:spPr>
          <a:xfrm>
            <a:off x="1264025" y="34693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g259c5b361d1_0_214"/>
          <p:cNvSpPr txBox="1"/>
          <p:nvPr/>
        </p:nvSpPr>
        <p:spPr>
          <a:xfrm>
            <a:off x="511860" y="2408913"/>
            <a:ext cx="10776853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 Early RFID systems were primarily used in supply chain tracking and inventory management, relying on low-frequency tags with limited range.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Modern RFID technologies now support high-frequency and ultra-high-frequency communication, enabling faster detection and improved accuracy.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Research shows that RFID provides faster authentication compared to barcode systems, as it doesn’t require line-of-sight scanning.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Studies highlight the importance of RFID in access control systems for schools, offices, industry, and IoT-based automation.</a:t>
            </a: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Recent advancements integrate RFID with Arduino, IoT modules, and cloud platforms, improving real-time monitoring and security.</a:t>
            </a:r>
            <a:endParaRPr sz="2000" dirty="0">
              <a:solidFill>
                <a:schemeClr val="tx2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E10A5F48-9301-05BD-8A5C-C7A22421F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60" y="502549"/>
            <a:ext cx="2011304" cy="1325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9c5b361d1_1_11"/>
          <p:cNvSpPr txBox="1">
            <a:spLocks noGrp="1"/>
          </p:cNvSpPr>
          <p:nvPr>
            <p:ph type="title"/>
          </p:nvPr>
        </p:nvSpPr>
        <p:spPr>
          <a:xfrm>
            <a:off x="3487642" y="1496219"/>
            <a:ext cx="4047413" cy="7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OBJECTIVES</a:t>
            </a:r>
            <a:endParaRPr dirty="0"/>
          </a:p>
        </p:txBody>
      </p:sp>
      <p:pic>
        <p:nvPicPr>
          <p:cNvPr id="2" name="Picture 1" descr="CMRIT 25 YEARS LOGO">
            <a:extLst>
              <a:ext uri="{FF2B5EF4-FFF2-40B4-BE49-F238E27FC236}">
                <a16:creationId xmlns:a16="http://schemas.microsoft.com/office/drawing/2014/main" id="{FD52A090-D228-9098-F85E-5FB9B4067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70" y="524656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62D07-1D1F-4A4E-A15B-25B345532AF7}"/>
              </a:ext>
            </a:extLst>
          </p:cNvPr>
          <p:cNvSpPr txBox="1"/>
          <p:nvPr/>
        </p:nvSpPr>
        <p:spPr>
          <a:xfrm>
            <a:off x="1185863" y="2807236"/>
            <a:ext cx="93154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 and reliable RFID scan system for identifying valid and invalid RFID tags.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that provides instant visual or audio feedback using indicators (relay lights, buzzer, LEDs).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quick and contactless authentication using RFID technology.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working principle of RFID communication between reader and tag.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low-cost, efficient setup suitable for academic and project applications.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5547-04F3-3F2F-C4C8-34157C3B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440" y="1554658"/>
            <a:ext cx="5215120" cy="70800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A4B08D29-FB46-158B-27AC-80EAC816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5" y="632556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EB5D6-65F3-4EEB-AC38-AE40D7719FD7}"/>
              </a:ext>
            </a:extLst>
          </p:cNvPr>
          <p:cNvSpPr txBox="1"/>
          <p:nvPr/>
        </p:nvSpPr>
        <p:spPr>
          <a:xfrm>
            <a:off x="855985" y="2719858"/>
            <a:ext cx="103327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Component Selection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 RC522 reader module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RFID tags/cards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microcontroller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indicators / LEDs / buzzer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System Design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the RFID module to the Arduino using SPI communication.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the Arduino to read the UID from the RFID tag.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557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ECF4F7E8-3A7A-408B-BF7E-82547DF9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00" y="783380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27C505-9ED2-4714-917F-291B36038B48}"/>
              </a:ext>
            </a:extLst>
          </p:cNvPr>
          <p:cNvSpPr txBox="1"/>
          <p:nvPr/>
        </p:nvSpPr>
        <p:spPr>
          <a:xfrm rot="10800000" flipV="1">
            <a:off x="1200149" y="2368720"/>
            <a:ext cx="1064418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scanned UID with stored registered UIDs.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Decide whether access is valid or invalid.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Output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valid tag → Green indicator/relay ON or buzzer short beep.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invalid tag → Red indicator flicker + buzzer alert.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Testing &amp;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multiple tags to verify accuracy and response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 delays, sensitivity, and output signals for clear feedback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08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0FA8-1F22-4E80-BCD4-00C0A9D6A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5999" y="1173162"/>
            <a:ext cx="7773988" cy="708000"/>
          </a:xfrm>
        </p:spPr>
        <p:txBody>
          <a:bodyPr/>
          <a:lstStyle/>
          <a:p>
            <a:pPr algn="ctr"/>
            <a:r>
              <a:rPr lang="en-IN" dirty="0"/>
              <a:t>CIRCUIT DIAGRAM</a:t>
            </a:r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C4C43805-2114-40B8-BA25-8B9AFC6B3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" y="397618"/>
            <a:ext cx="2011304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3A625-60F6-4763-814B-1DAB0DACD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9177" y="-855897"/>
            <a:ext cx="3976209" cy="100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7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39DF-59BF-1BC5-155A-97204BE3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180" y="1311727"/>
            <a:ext cx="8415520" cy="708000"/>
          </a:xfrm>
        </p:spPr>
        <p:txBody>
          <a:bodyPr/>
          <a:lstStyle/>
          <a:p>
            <a:r>
              <a:rPr lang="en-IN" dirty="0"/>
              <a:t>EXPERIMENTATION AND ANALYSIS</a:t>
            </a:r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03BDD654-39F8-09BB-938D-7EEFB782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31" y="591954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C5A44-627C-4E05-8586-D7B7CEA19898}"/>
              </a:ext>
            </a:extLst>
          </p:cNvPr>
          <p:cNvSpPr txBox="1"/>
          <p:nvPr/>
        </p:nvSpPr>
        <p:spPr>
          <a:xfrm>
            <a:off x="1252537" y="2683951"/>
            <a:ext cx="96869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RFID reader was connected to the Arduino, and various RFID tags were scanned to observe UID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trials showed that the system could detect tags within 2–5 cm range consistently.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UIDs triggered the correct indicator response with minimal delay (&lt;1 second).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 UIDs consistently activated the red indicator flicker and buzzer alert, confirming accurate differentiation.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relay indicators provided a clear visual representation of accepted or denied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was stable, demonstrating reliable UID detection and fast processing.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74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3F6E-9672-001F-FFC2-DC380A0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4126" y="1842567"/>
            <a:ext cx="3746084" cy="7080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pic>
        <p:nvPicPr>
          <p:cNvPr id="4" name="Picture 3" descr="CMRIT 25 YEARS LOGO">
            <a:extLst>
              <a:ext uri="{FF2B5EF4-FFF2-40B4-BE49-F238E27FC236}">
                <a16:creationId xmlns:a16="http://schemas.microsoft.com/office/drawing/2014/main" id="{6678D56B-F151-B6A1-FE58-49C5ED9F8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12" y="517004"/>
            <a:ext cx="2011304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23B48-092B-402F-995B-196CE5BB2C99}"/>
              </a:ext>
            </a:extLst>
          </p:cNvPr>
          <p:cNvSpPr txBox="1"/>
          <p:nvPr/>
        </p:nvSpPr>
        <p:spPr>
          <a:xfrm>
            <a:off x="1081087" y="3076442"/>
            <a:ext cx="100298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RFID Scan System successfully demonstrates efficient, contactless identification using RFID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technology.The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shows how RFID can be used for secure access verification with quick output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responses.The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is low-cost, easy to build, and suitable for access control, attendance, automation, and security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applications.With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further enhancements such as IoT connectivity or database integration, the system can be expanded for real-time monitoring and advanced security solutions.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70435"/>
      </p:ext>
    </p:extLst>
  </p:cSld>
  <p:clrMapOvr>
    <a:masterClrMapping/>
  </p:clrMapOvr>
</p:sld>
</file>

<file path=ppt/theme/theme1.xml><?xml version="1.0" encoding="utf-8"?>
<a:theme xmlns:a="http://schemas.openxmlformats.org/drawingml/2006/main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622</Words>
  <Application>Microsoft Office PowerPoint</Application>
  <PresentationFormat>Widescreen</PresentationFormat>
  <Paragraphs>60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Noto Sans Symbols</vt:lpstr>
      <vt:lpstr>Times New Roman</vt:lpstr>
      <vt:lpstr>Calibri</vt:lpstr>
      <vt:lpstr>Wingdings</vt:lpstr>
      <vt:lpstr>Arial</vt:lpstr>
      <vt:lpstr>Century Gothic</vt:lpstr>
      <vt:lpstr>1_Ion Boardroom</vt:lpstr>
      <vt:lpstr>RFID SCAN SYSTEM</vt:lpstr>
      <vt:lpstr>INTRODUCTION</vt:lpstr>
      <vt:lpstr>Literature Survey</vt:lpstr>
      <vt:lpstr>OBJECTIVES</vt:lpstr>
      <vt:lpstr>METHODOLOGY</vt:lpstr>
      <vt:lpstr>PowerPoint Presentation</vt:lpstr>
      <vt:lpstr>CIRCUIT DIAGRAM</vt:lpstr>
      <vt:lpstr>EXPERIMENTATION AND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 DOOR LOCK SYSTEM</dc:title>
  <dc:creator>Windows User</dc:creator>
  <cp:lastModifiedBy>Priya Gopalan</cp:lastModifiedBy>
  <cp:revision>8</cp:revision>
  <dcterms:created xsi:type="dcterms:W3CDTF">2017-08-03T09:47:51Z</dcterms:created>
  <dcterms:modified xsi:type="dcterms:W3CDTF">2025-12-09T14:03:51Z</dcterms:modified>
</cp:coreProperties>
</file>